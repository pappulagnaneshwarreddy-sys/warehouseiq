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Nunito SemiBold" pitchFamily="2" charset="0"/>
      <p:regular r:id="rId9"/>
    </p:embeddedFont>
    <p:embeddedFont>
      <p:font typeface="PT Sans" panose="020B0503020203020204" pitchFamily="3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D880B-7312-413F-BC6A-B68E49F262C0}" v="4" dt="2026-08-12T09:37:43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NANESHWAR REDDY" userId="f99f93471c0eb551" providerId="LiveId" clId="{D503C9D1-E450-42BE-99B8-2D5FA74597C2}"/>
    <pc:docChg chg="undo custSel modSld">
      <pc:chgData name="GNANESHWAR REDDY" userId="f99f93471c0eb551" providerId="LiveId" clId="{D503C9D1-E450-42BE-99B8-2D5FA74597C2}" dt="2026-08-12T09:39:46.986" v="71" actId="20577"/>
      <pc:docMkLst>
        <pc:docMk/>
      </pc:docMkLst>
      <pc:sldChg chg="modSp mod">
        <pc:chgData name="GNANESHWAR REDDY" userId="f99f93471c0eb551" providerId="LiveId" clId="{D503C9D1-E450-42BE-99B8-2D5FA74597C2}" dt="2026-08-12T09:39:07.432" v="63" actId="14100"/>
        <pc:sldMkLst>
          <pc:docMk/>
          <pc:sldMk cId="0" sldId="256"/>
        </pc:sldMkLst>
        <pc:spChg chg="mod">
          <ac:chgData name="GNANESHWAR REDDY" userId="f99f93471c0eb551" providerId="LiveId" clId="{D503C9D1-E450-42BE-99B8-2D5FA74597C2}" dt="2026-08-12T09:39:07.432" v="63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NANESHWAR REDDY" userId="f99f93471c0eb551" providerId="LiveId" clId="{D503C9D1-E450-42BE-99B8-2D5FA74597C2}" dt="2026-08-12T09:37:31.179" v="55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GNANESHWAR REDDY" userId="f99f93471c0eb551" providerId="LiveId" clId="{D503C9D1-E450-42BE-99B8-2D5FA74597C2}" dt="2026-08-12T09:37:23.200" v="53" actId="14100"/>
          <ac:spMkLst>
            <pc:docMk/>
            <pc:sldMk cId="0" sldId="256"/>
            <ac:spMk id="5" creationId="{00000000-0000-0000-0000-000000000000}"/>
          </ac:spMkLst>
        </pc:spChg>
      </pc:sldChg>
      <pc:sldChg chg="addSp modSp mod">
        <pc:chgData name="GNANESHWAR REDDY" userId="f99f93471c0eb551" providerId="LiveId" clId="{D503C9D1-E450-42BE-99B8-2D5FA74597C2}" dt="2026-08-12T09:33:19.407" v="9" actId="27614"/>
        <pc:sldMkLst>
          <pc:docMk/>
          <pc:sldMk cId="0" sldId="258"/>
        </pc:sldMkLst>
        <pc:picChg chg="add mod">
          <ac:chgData name="GNANESHWAR REDDY" userId="f99f93471c0eb551" providerId="LiveId" clId="{D503C9D1-E450-42BE-99B8-2D5FA74597C2}" dt="2026-08-12T09:33:19.407" v="9" actId="27614"/>
          <ac:picMkLst>
            <pc:docMk/>
            <pc:sldMk cId="0" sldId="258"/>
            <ac:picMk id="6" creationId="{7A20520C-682C-159E-FF97-AD14F2F7B2A2}"/>
          </ac:picMkLst>
        </pc:picChg>
      </pc:sldChg>
      <pc:sldChg chg="addSp modSp mod">
        <pc:chgData name="GNANESHWAR REDDY" userId="f99f93471c0eb551" providerId="LiveId" clId="{D503C9D1-E450-42BE-99B8-2D5FA74597C2}" dt="2026-08-12T09:33:21.965" v="10" actId="27614"/>
        <pc:sldMkLst>
          <pc:docMk/>
          <pc:sldMk cId="0" sldId="259"/>
        </pc:sldMkLst>
        <pc:picChg chg="add mod">
          <ac:chgData name="GNANESHWAR REDDY" userId="f99f93471c0eb551" providerId="LiveId" clId="{D503C9D1-E450-42BE-99B8-2D5FA74597C2}" dt="2026-08-12T09:33:21.965" v="10" actId="27614"/>
          <ac:picMkLst>
            <pc:docMk/>
            <pc:sldMk cId="0" sldId="259"/>
            <ac:picMk id="28" creationId="{A346B1E9-E83B-3F9D-C616-759E7CCEFD8C}"/>
          </ac:picMkLst>
        </pc:picChg>
      </pc:sldChg>
      <pc:sldChg chg="addSp modSp mod">
        <pc:chgData name="GNANESHWAR REDDY" userId="f99f93471c0eb551" providerId="LiveId" clId="{D503C9D1-E450-42BE-99B8-2D5FA74597C2}" dt="2026-08-12T09:39:46.986" v="71" actId="20577"/>
        <pc:sldMkLst>
          <pc:docMk/>
          <pc:sldMk cId="0" sldId="260"/>
        </pc:sldMkLst>
        <pc:spChg chg="mod">
          <ac:chgData name="GNANESHWAR REDDY" userId="f99f93471c0eb551" providerId="LiveId" clId="{D503C9D1-E450-42BE-99B8-2D5FA74597C2}" dt="2026-08-12T09:39:46.986" v="71" actId="20577"/>
          <ac:spMkLst>
            <pc:docMk/>
            <pc:sldMk cId="0" sldId="260"/>
            <ac:spMk id="3" creationId="{00000000-0000-0000-0000-000000000000}"/>
          </ac:spMkLst>
        </pc:spChg>
        <pc:picChg chg="mod">
          <ac:chgData name="GNANESHWAR REDDY" userId="f99f93471c0eb551" providerId="LiveId" clId="{D503C9D1-E450-42BE-99B8-2D5FA74597C2}" dt="2026-08-12T09:39:40.732" v="65" actId="14100"/>
          <ac:picMkLst>
            <pc:docMk/>
            <pc:sldMk cId="0" sldId="260"/>
            <ac:picMk id="14" creationId="{00000000-0000-0000-0000-000000000000}"/>
          </ac:picMkLst>
        </pc:picChg>
        <pc:picChg chg="add mod">
          <ac:chgData name="GNANESHWAR REDDY" userId="f99f93471c0eb551" providerId="LiveId" clId="{D503C9D1-E450-42BE-99B8-2D5FA74597C2}" dt="2026-08-12T09:33:24.201" v="11" actId="27614"/>
          <ac:picMkLst>
            <pc:docMk/>
            <pc:sldMk cId="0" sldId="260"/>
            <ac:picMk id="16" creationId="{B0BD18CE-4C19-6A75-EEC7-DA80B93C16E7}"/>
          </ac:picMkLst>
        </pc:picChg>
      </pc:sldChg>
      <pc:sldChg chg="addSp modSp mod">
        <pc:chgData name="GNANESHWAR REDDY" userId="f99f93471c0eb551" providerId="LiveId" clId="{D503C9D1-E450-42BE-99B8-2D5FA74597C2}" dt="2026-08-12T09:33:26.474" v="12" actId="27614"/>
        <pc:sldMkLst>
          <pc:docMk/>
          <pc:sldMk cId="0" sldId="261"/>
        </pc:sldMkLst>
        <pc:picChg chg="add mod">
          <ac:chgData name="GNANESHWAR REDDY" userId="f99f93471c0eb551" providerId="LiveId" clId="{D503C9D1-E450-42BE-99B8-2D5FA74597C2}" dt="2026-08-12T09:33:26.474" v="12" actId="27614"/>
          <ac:picMkLst>
            <pc:docMk/>
            <pc:sldMk cId="0" sldId="261"/>
            <ac:picMk id="6" creationId="{AB2FE1A7-55AC-DBEF-10A5-F3E4D2FB921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388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6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1013" y="484093"/>
            <a:ext cx="5463988" cy="127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2400" b="1" i="1" dirty="0">
                <a:solidFill>
                  <a:schemeClr val="bg1"/>
                </a:solidFill>
              </a:rPr>
              <a:t>Database System Engineering and</a:t>
            </a:r>
          </a:p>
          <a:p>
            <a:pPr>
              <a:lnSpc>
                <a:spcPct val="104000"/>
              </a:lnSpc>
            </a:pPr>
            <a:r>
              <a:rPr lang="en-IN" sz="2400" b="1" i="1" dirty="0">
                <a:solidFill>
                  <a:schemeClr val="bg1"/>
                </a:solidFill>
              </a:rPr>
              <a:t>Distributed Backend Development</a:t>
            </a:r>
            <a:endParaRPr lang="en-US" sz="2400" b="1" i="1" dirty="0">
              <a:solidFill>
                <a:srgbClr val="FFFFFF"/>
              </a:solidFill>
              <a:latin typeface="Nunito SemiBold" pitchFamily="34" charset="0"/>
              <a:ea typeface="Nunito SemiBold" pitchFamily="34" charset="-122"/>
              <a:cs typeface="Nunito Semi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 WarehouseIQ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3577" y="1816847"/>
            <a:ext cx="4667845" cy="83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Smart Warehouse &amp; Inventory         Management System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23577" y="2848719"/>
            <a:ext cx="4667845" cy="158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DBMS Project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Student 1 — YASHAS KASULA / 2520030401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Student 2 — GNANESHWAR REDDY / 2520030552 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Student 3 — VENKATESH ADDANKI / 2520030404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TEAM NUMBER- 4                SECTION-9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046187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ProblemStatement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1710556"/>
            <a:ext cx="336575" cy="336575"/>
          </a:xfrm>
          <a:prstGeom prst="ellipse">
            <a:avLst/>
          </a:prstGeom>
          <a:solidFill>
            <a:srgbClr val="00002E"/>
          </a:solidFill>
          <a:ln w="14288">
            <a:solidFill>
              <a:srgbClr val="48A8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86234" y="1746796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009724" y="1761976"/>
            <a:ext cx="4181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Traditional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09724" y="2071688"/>
            <a:ext cx="418169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Manual records · Scattered spreadsheets · Difficult stock tracking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3577" y="2610296"/>
            <a:ext cx="336575" cy="336575"/>
          </a:xfrm>
          <a:prstGeom prst="ellipse">
            <a:avLst/>
          </a:prstGeom>
          <a:solidFill>
            <a:srgbClr val="00002E"/>
          </a:solidFill>
          <a:ln w="14288">
            <a:solidFill>
              <a:srgbClr val="48A8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86234" y="2646536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09724" y="2661717"/>
            <a:ext cx="4181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Result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09724" y="2971428"/>
            <a:ext cx="4181698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Stock inaccuracies · Missed low-stock items · Slow, unreliable reporting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23577" y="3618458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Fragmented data across people and files causes slow decisions and operational risk.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43211"/>
            <a:ext cx="4712122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Everything your warehouse needs, in one place.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072804"/>
            <a:ext cx="4712122" cy="157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WarehouseIQ provides a centralized system for managing products, suppliers, warehouse information, inventory, and stock movements. It records stock entering and leaving the warehouse, maintains movement history, highlights low-stock products, and provides simple reports for better inventory visibility.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Products • Inventory • Suppliers • Stock Movements • Reports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388" y="1061889"/>
            <a:ext cx="3019723" cy="3019723"/>
          </a:xfrm>
          <a:prstGeom prst="rect">
            <a:avLst/>
          </a:prstGeom>
        </p:spPr>
      </p:pic>
      <p:pic>
        <p:nvPicPr>
          <p:cNvPr id="6" name="Picture 5" descr="The image is a solid, uniform black canvas.&#10;&#10;AI-generated content may be incorrect.">
            <a:extLst>
              <a:ext uri="{FF2B5EF4-FFF2-40B4-BE49-F238E27FC236}">
                <a16:creationId xmlns:a16="http://schemas.microsoft.com/office/drawing/2014/main" id="{7A20520C-682C-159E-FF97-AD14F2F7B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771" y="4435260"/>
            <a:ext cx="3109229" cy="647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6524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Core Modules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304479"/>
            <a:ext cx="414412" cy="414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992" y="1304479"/>
            <a:ext cx="128252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01 Login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24992" y="1614190"/>
            <a:ext cx="128252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Secure, role-based access and single sign-on readiness.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521" y="1304479"/>
            <a:ext cx="414412" cy="4144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95935" y="1304479"/>
            <a:ext cx="128252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02 Product Management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95935" y="1834158"/>
            <a:ext cx="128252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Canonical product records, SKU attributes and catalog control.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464" y="1304479"/>
            <a:ext cx="414412" cy="4144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66879" y="1304479"/>
            <a:ext cx="128252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03 Supplier Management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66879" y="1834158"/>
            <a:ext cx="128252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Vendor profiles, lead times and contact history.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407" y="1304479"/>
            <a:ext cx="414412" cy="4144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7822" y="1304479"/>
            <a:ext cx="1282601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04 Warehouse Management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7822" y="1834158"/>
            <a:ext cx="128260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Location maps, bin assignments and capacity overview.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77" y="3090937"/>
            <a:ext cx="414412" cy="4144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24992" y="3090937"/>
            <a:ext cx="128252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05 Inventory Management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124992" y="3620616"/>
            <a:ext cx="128252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Live stock counts, reserved vs available and valuation.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4521" y="3090937"/>
            <a:ext cx="414412" cy="41441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195935" y="3090937"/>
            <a:ext cx="128252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06 Stock In / Stock Out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3195935" y="3620616"/>
            <a:ext cx="128252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Structured receiving and dispatch workflows with checks.</a:t>
            </a:r>
            <a:endParaRPr lang="en-US" sz="11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5464" y="3090937"/>
            <a:ext cx="414412" cy="41441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66879" y="3090937"/>
            <a:ext cx="128252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07 Movement History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5266879" y="3620616"/>
            <a:ext cx="128252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Immutable movement logs for traceability and audits.</a:t>
            </a:r>
            <a:endParaRPr lang="en-US" sz="11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6407" y="3090937"/>
            <a:ext cx="414412" cy="41441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337822" y="3090937"/>
            <a:ext cx="1282601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08 Dashboard &amp; Reports</a:t>
            </a:r>
            <a:endParaRPr lang="en-US" sz="1350" dirty="0"/>
          </a:p>
        </p:txBody>
      </p:sp>
      <p:sp>
        <p:nvSpPr>
          <p:cNvPr id="26" name="Text 16"/>
          <p:cNvSpPr/>
          <p:nvPr/>
        </p:nvSpPr>
        <p:spPr>
          <a:xfrm>
            <a:off x="7337822" y="3620616"/>
            <a:ext cx="128260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Concise operational dashboards and exportable reports.</a:t>
            </a:r>
            <a:endParaRPr lang="en-US" sz="1150" dirty="0"/>
          </a:p>
        </p:txBody>
      </p:sp>
      <p:pic>
        <p:nvPicPr>
          <p:cNvPr id="28" name="Picture 27" descr="The image is a solid, uniform black canvas.&#10;&#10;AI-generated content may be incorrect.">
            <a:extLst>
              <a:ext uri="{FF2B5EF4-FFF2-40B4-BE49-F238E27FC236}">
                <a16:creationId xmlns:a16="http://schemas.microsoft.com/office/drawing/2014/main" id="{A346B1E9-E83B-3F9D-C616-759E7CCEFD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4771" y="4495744"/>
            <a:ext cx="3109229" cy="6477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695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Built With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35943"/>
            <a:ext cx="516932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An </a:t>
            </a: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intentionally simple, maintainable stack:       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643583"/>
            <a:ext cx="2281238" cy="1424955"/>
          </a:xfrm>
          <a:prstGeom prst="roundRect">
            <a:avLst>
              <a:gd name="adj" fmla="val 15749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92200" y="1812206"/>
            <a:ext cx="194399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2200" y="2181746"/>
            <a:ext cx="1943993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React + modern CSS for a responsive, accessible UI.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54387" y="1643583"/>
            <a:ext cx="2281312" cy="1424955"/>
          </a:xfrm>
          <a:prstGeom prst="roundRect">
            <a:avLst>
              <a:gd name="adj" fmla="val 15749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123009" y="1812206"/>
            <a:ext cx="194406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23009" y="2181746"/>
            <a:ext cx="194406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Flask (Python) serving a RESTful API and business logic.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3577" y="3218111"/>
            <a:ext cx="4712122" cy="946175"/>
          </a:xfrm>
          <a:prstGeom prst="roundRect">
            <a:avLst>
              <a:gd name="adj" fmla="val 23719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92200" y="3386733"/>
            <a:ext cx="437487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2200" y="3756273"/>
            <a:ext cx="437487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MySQL: normalized DB schema with transaction-safe operations.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3577" y="4332536"/>
            <a:ext cx="516932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Supporting tools: GitHub · Postman · VS Code</a:t>
            </a:r>
            <a:endParaRPr lang="en-US" sz="11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699" y="1475333"/>
            <a:ext cx="3019723" cy="2277889"/>
          </a:xfrm>
          <a:prstGeom prst="rect">
            <a:avLst/>
          </a:prstGeom>
        </p:spPr>
      </p:pic>
      <p:pic>
        <p:nvPicPr>
          <p:cNvPr id="16" name="Picture 15" descr="The image is a solid, uniform black canvas.&#10;&#10;AI-generated content may be incorrect.">
            <a:extLst>
              <a:ext uri="{FF2B5EF4-FFF2-40B4-BE49-F238E27FC236}">
                <a16:creationId xmlns:a16="http://schemas.microsoft.com/office/drawing/2014/main" id="{B0BD18CE-4C19-6A75-EEC7-DA80B93C1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771" y="4453228"/>
            <a:ext cx="3109229" cy="6477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2119833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723977" y="2784202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WarehouseIQ — Smart Warehouse &amp; Inventory Management System</a:t>
            </a:r>
            <a:endParaRPr lang="en-US" sz="1150" dirty="0"/>
          </a:p>
        </p:txBody>
      </p:sp>
      <p:pic>
        <p:nvPicPr>
          <p:cNvPr id="6" name="Picture 5" descr="The image is a solid, uniform black canvas.&#10;&#10;AI-generated content may be incorrect.">
            <a:extLst>
              <a:ext uri="{FF2B5EF4-FFF2-40B4-BE49-F238E27FC236}">
                <a16:creationId xmlns:a16="http://schemas.microsoft.com/office/drawing/2014/main" id="{AB2FE1A7-55AC-DBEF-10A5-F3E4D2FB9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785" y="4423307"/>
            <a:ext cx="3109229" cy="6477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320</Words>
  <Application>Microsoft Office PowerPoint</Application>
  <PresentationFormat>On-screen Show (16:9)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Nunito SemiBold</vt:lpstr>
      <vt:lpstr>PT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GNANESHWAR REDDY</cp:lastModifiedBy>
  <cp:revision>1</cp:revision>
  <dcterms:created xsi:type="dcterms:W3CDTF">2026-08-12T09:31:04Z</dcterms:created>
  <dcterms:modified xsi:type="dcterms:W3CDTF">2026-08-12T09:39:47Z</dcterms:modified>
</cp:coreProperties>
</file>